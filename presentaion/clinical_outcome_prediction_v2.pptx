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my Big Data project: predicting clinical outcomes for ICU patients using graph neural networks on raw relational databases. The framework is RelBench from Stanford, and we experiment on two large public clinical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Clinical databases are highly relational — diagnoses, labs, medications, and vital signs live in separate tables. Traditional ML collapses this into a flat vector, losing structure. GNNs model the relational graph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eICU is multi-center (208 hospitals) which adds diversity but also site-level variation. MIMIC-IV is single-center but spans 14 years. Both require credentialed PhysioNet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HeteroEncoder handles heterogeneous column types. The temporal encoder tells the GNN how recent each event is. HeteroGraphSAGE does 2-hop message passing. A small MLP on top outputs the task-specific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AKI is a common and serious complication — 15% of eICU patients. Binary AUROC 0.74 is reasonable for a task where you only observe 12 hours of data. The ordinal model reuses the same best hyperparameters found for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vasopressor task is very imbalanced — only 3.4% of patients start one in the window. AUPRC is the honest metric here. Sepsis patients are hardest to predict because their physiology deteriorates suddenly.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Multi-label ICD prediction is a hard task — 50 binary classifiers sharing one backbone. Macro AUROC 0.84 with all codes above 0.75 is a strong result. AUPRC is the binding constraint as we add rarer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diagnosis is the hardest task. 50 classes cover only 23% of admissions. But top-5 accuracy of 66% at top-50 means the model still provides clinically useful shortlisting. Chemotherapy patients are easy — their records are very uniform.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pulls together all five tasks. AUROC is uniformly strong across the board. Principal diagnosis is unique — it's a 50-class problem, so we report accuracy rather than AUROC.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a single relational GNN backbone applied to two large clinical databases generalises across five diverse prediction tasks. No manual feature engineering was needed; the relational graph structure captures cross-table clinical patterns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and Text Mining  ·  University of Bologna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Outcome Prediction in ICU Patients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Relational Graph Neural Networks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26080" y="3063240"/>
            <a:ext cx="329184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46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Hilina Fissha Woreta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630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Student  ·  University of Bologna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graph-based learning for clinical prediction?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840480" cy="3520440"/>
          </a:xfrm>
          <a:prstGeom prst="roundRect">
            <a:avLst>
              <a:gd name="adj" fmla="val 2597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feature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table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Flattens relational structure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into a single feature vector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Loses temporal and join-level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context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domain expertise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every new task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78808" y="2560320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983480" y="1188720"/>
            <a:ext cx="3840480" cy="3520440"/>
          </a:xfrm>
          <a:prstGeom prst="roundRect">
            <a:avLst>
              <a:gd name="adj" fmla="val 2597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280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(GNN)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755648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relational DB modelled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 a heterogeneous graph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Tables → nodes,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foreign keys → edges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GNN learns cross-table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patterns automatically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Time-aware embeddings via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HeteroTemporalEncoder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large credentialed clinical databases from PhysioNet  ·  credentialing took ~2 weeks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2801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eICU Collaborative Research DB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35661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200,000+ ICU admissions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208 hospitals across the US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Collected 2014 – 2015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31 tables; time as minute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offsets from admission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AKI prediction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Vasopressor initiation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83480" y="118872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74920" y="12801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810512"/>
            <a:ext cx="35661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300,000+ hospital admissions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Beth Israel Deaconess MC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2008 – 2022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30+ tables; real datetime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timestamps (de-identified)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ICD code prediction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diagnosis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chosen for clinical relevance, then checked for feasibility  ·  full cohort used, no patient sampling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HeteroGraphSAGE on relational clinical data  (RelBench framework)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828800" cy="3520440"/>
          </a:xfrm>
          <a:prstGeom prst="roundRect">
            <a:avLst>
              <a:gd name="adj" fmla="val 5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335024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9933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HeteroEncoder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1645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 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cols → 128-d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vectors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fields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21408" y="254203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59152" y="1188720"/>
            <a:ext cx="1828800" cy="352044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35808" y="1335024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32304" y="19933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Temporal Encoder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50592" y="2560320"/>
            <a:ext cx="1645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Time-since-admission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event recency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temporal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254203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43984" y="1188720"/>
            <a:ext cx="1828800" cy="3520440"/>
          </a:xfrm>
          <a:prstGeom prst="roundRect">
            <a:avLst>
              <a:gd name="adj" fmla="val 5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0" y="1335024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17136" y="19933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HeteroGraphSAGE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35424" y="2560320"/>
            <a:ext cx="1645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2-hop message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neighbors / hop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min · max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91072" y="2542032"/>
            <a:ext cx="219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28816" y="1188720"/>
            <a:ext cx="1828800" cy="352044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05472" y="1335024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01968" y="199339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MLP Head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0256" y="2560320"/>
            <a:ext cx="1645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output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ordinal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or cross-entropy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backbone across all five tasks; only the MLP head and loss function change per task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1: AKI Prediction  (eICU)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first 12 h → predict AKI onset in the next 48 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Label: KDIGO creatinine criteria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Stages 1 / 2 / 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50,184 patients  |  14.8% positive rate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weighting for imbalance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Ordinal extension: one binary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classifier per stage threshold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0" cy="384048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481328"/>
            <a:ext cx="3931920" cy="1389888"/>
          </a:xfrm>
          <a:prstGeom prst="roundRect">
            <a:avLst>
              <a:gd name="adj" fmla="val 6579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572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AKI  (any stage)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0.7399    AUPRC 0.3385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56.1%    Specificity 76.6%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999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per-stage AUROC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3364992"/>
          <a:ext cx="3895344" cy="1188720"/>
        </p:xfrm>
        <a:graphic>
          <a:graphicData uri="http://schemas.openxmlformats.org/drawingml/2006/table">
            <a:tbl>
              <a:tblPr/>
              <a:tblGrid>
                <a:gridCol w="1298448"/>
                <a:gridCol w="1298448"/>
                <a:gridCol w="1298448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Prevalence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Stage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Stage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Stage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20040" y="35661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1148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" y="3977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improves with severity: Stage 3 (0.77) is clinically more distinct than Stage 1 (0.71), making it easier to detect.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5902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— remove apachePatientResult:  AUROC 0.7399 → 0.7205,  AUPRC 0.3385 → 0.3159  (APACHE spans the first 24 h, beyond the 12 h window)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2: Vasopressor Initiation  (eICU)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first 6 h → predict new vasopressor in the 6–18 h window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2704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 0.8323      AUPRC  0.1472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 49.0%     Specificity  89.8%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 0.755   Positive rate  3.4%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7157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Analysis  (AUROC by stratum)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81528"/>
          <a:ext cx="39319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&lt;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50–65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MICU (best)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ICU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CTICU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Sepsis  (hardest)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0" y="109728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44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64592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AUROC 0.8323 despite a 3.4%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positive rate; AUPRC 0.1472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4.3× random baseline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MICU best (0.8831): haemodynamic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deterioration in medical ICU follows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predictable patterns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Sepsis hardest (0.6792): rapid,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unpredictable deterioration captured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poorly from 6 h of structured data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threshold (0.755) reflects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 imbalance; model is calibrated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be conservative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3: ICD Code Prediction  (MIMIC-IV)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Multi-label: predict the top-K ICD codes assigned at discharge, compared at two observation windows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931920" cy="2880360"/>
          </a:xfrm>
          <a:prstGeom prst="roundRect">
            <a:avLst>
              <a:gd name="adj" fmla="val 3175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 Results  (52,211 train / 9,483 test)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664208"/>
          <a:ext cx="3840480" cy="1554480"/>
        </p:xfrm>
        <a:graphic>
          <a:graphicData uri="http://schemas.openxmlformats.org/drawingml/2006/table">
            <a:tbl>
              <a:tblPr/>
              <a:tblGrid>
                <a:gridCol w="1737360"/>
                <a:gridCol w="1051560"/>
                <a:gridCol w="1051560"/>
              </a:tblGrid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admission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discharge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Macro-AUPRC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  (tuned)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 AUROC &gt; 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density: 7.5% per code (top-50)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11430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Space Ablation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99432" y="1627632"/>
          <a:ext cx="4059936" cy="1225296"/>
        </p:xfrm>
        <a:graphic>
          <a:graphicData uri="http://schemas.openxmlformats.org/drawingml/2006/table">
            <a:tbl>
              <a:tblPr/>
              <a:tblGrid>
                <a:gridCol w="1014984"/>
                <a:gridCol w="1014984"/>
                <a:gridCol w="1014984"/>
                <a:gridCol w="1014984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Macro-AUPRC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0" y="3090672"/>
            <a:ext cx="4114800" cy="1847088"/>
          </a:xfrm>
          <a:prstGeom prst="roundRect">
            <a:avLst>
              <a:gd name="adj" fmla="val 495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663440" y="3182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35661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50 codes exceed AUROC 0.75; consistent performance across the full label set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AUROC is stable as K grows (0.84 → 0.85); AUPRC drops (0.27 → 0.16) because rarer codes have fewer examples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Observation window matters most for precision: full stay lifts AUPRC 0.2708 → 0.3138, AUROC only 0.8407 → 0.8632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4: Principal Diagnosis  (MIMIC-IV)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Single-label multi-class: predict the primary reason for admission at discharge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vs. Accuracy Trade-off  (12,747 train / 2,284 test)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1170432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128016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Admissions covered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17,898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29260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3017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vs. Accuracy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34015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Top-200 nearly doubles coverage vs top-50 (41% vs 23%), but top-1 accuracy falls from 25.9% to 16.5%.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top-50, top-5 accuracy is 66.1%; the true diagnosis is in the model's top 5 predictions for 2 in 3 patients.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29260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3017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Analysis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34015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accuracy: chemotherapy encounters (V5811: 0.865, Z5111: 0.864), with highly distinctive EHR signatures.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Hardest: dehydration / altered mental status, with significant clinical overlap with sepsis and kidney failure.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tasks: key metric per task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24128"/>
          <a:ext cx="8631936" cy="3566160"/>
        </p:xfrm>
        <a:graphic>
          <a:graphicData uri="http://schemas.openxmlformats.org/drawingml/2006/table">
            <a:tbl>
              <a:tblPr/>
              <a:tblGrid>
                <a:gridCol w="2057400"/>
                <a:gridCol w="777240"/>
                <a:gridCol w="1389888"/>
                <a:gridCol w="1371600"/>
                <a:gridCol w="1261872"/>
                <a:gridCol w="1773936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Pos. rate /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 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35,129 / 7,492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 ordinal  ≥1 / ≥2 / ≥3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35,129 / 7,492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 / 3.0 / 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(mean)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0.7133 / 0.7339 / 0.7718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Vasopressor  (6 h window)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99,373 / 20,034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F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ICD multi-label  (top-50, at admission)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MIMIC-IV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52,211 / 9,483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 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ICD multi-label  (top-100)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MIMIC-IV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52,211 / 9,483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 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ICD multi-label  (top-200)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MIMIC-IV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52,211 / 9,483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 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ICD multi-label  (top-50, at discharge)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MIMIC-IV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52,193 / 9,483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 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Macro-AUROC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diagnosis  (top-50)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MIMIC-IV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12,747 / 2,284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/ Top-5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0.2592 / 0.6607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discrimination: Vasopressor (AUROC 0.8323)   ·   Hardest task: Principal diagnosis (top-1 = 0.26)   ·   ICD rows are at-admission unless marked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single HeteroGraphSAGE backbone applied to raw relational clinical data achieves strong performance across five heterogeneous prediction tasks without manual feature engineering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Vasopressor initiation shows the strongest discrimination (AUROC 0.8323), benefiting most from the GNN's cross-table relational context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ICD code prediction is robust as the label space grows from top-50 to top-200; predicting at admission already reaches macro-AUROC 0.84, and widening the window to the full stay adds most on AUPRC (0.27 → 0.31)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Principal diagnosis top-5 accuracy of 66.1% at top-50 shows the model provides clinically useful candidate shortlisting despite high class diversity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RelBench framework enables a unified pipeline across binary, ordinal, multi-label, and multi-class clinical prediction tasks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Outcome Prediction Using GNNs</dc:title>
  <dc:subject>PptxGenJS Presentation</dc:subject>
  <dc:creator>Hilina Fissha Woreta</dc:creator>
  <cp:lastModifiedBy>Hilina Fissha Woreta</cp:lastModifiedBy>
  <cp:revision>1</cp:revision>
  <dcterms:created xsi:type="dcterms:W3CDTF">2026-07-10T14:27:03Z</dcterms:created>
  <dcterms:modified xsi:type="dcterms:W3CDTF">2026-07-10T14:27:03Z</dcterms:modified>
</cp:coreProperties>
</file>